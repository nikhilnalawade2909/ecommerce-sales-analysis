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8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91B6-51A0-A547-B2F6-48BD4C9A4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348AE-1F2C-7452-2C34-8D90FEB09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B123-4446-2652-6B6A-EBE40F1F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5C433-2794-4E14-BBC5-EED2416B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1725E-F795-8B25-2802-750B443D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4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81E5-8807-5D5E-F3CA-5AC701C0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057E-D491-7F43-C683-2BEE78CF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9969D-3FA7-6F8F-F697-F13597A6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13E09-8F2D-7D28-6562-A9B98BA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93DF-0000-A1E7-E616-F5150865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6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D4B5-A931-2E75-7F49-FC3EB7C3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5FB1-FE54-C75D-37C9-ADF492D1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2090-4F96-76F8-F29C-A4857F78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F4A0-7089-BF87-E1E5-327CAE9F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A9361-1449-BB12-1C05-7BD2846E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4EE3-3131-CE81-0C4E-207B492C8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EAF6-E416-58C0-30CE-9512E298C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3ABC8-91AD-5204-9108-B4CF20866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C628E-6773-E7B5-BD58-7FD237A2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BA284-75F3-01E9-3302-E2E4CE9D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34DE2-828D-475D-AE8D-9EE4BEF0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4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8C7B-376C-B33C-ADBB-A287D66C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AACD-D276-821A-BE80-05ED7B018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BDC00-C277-C224-F2CD-449DD1A0C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74E06-F9A1-E924-ACC5-8B3EF92B1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DCE66-2164-914A-F556-21A5EA62D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FAB24-361D-4966-FDF3-A4A4A179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6303C-19C3-089A-1C30-301B8E4D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9F09D-31B7-2398-B78B-9B111E9F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3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7F1C-D2EF-2EB8-9064-A95D791C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80D95-5A7A-615C-AF5B-4776C1D6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A66C-CFE7-D5C4-8693-328836AC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55D30-B8B3-1729-367B-6AAA2F77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D6832-E98D-1E08-B45D-D20BDD0E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3FDD1-913D-40EF-2E12-8488C4A5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02FA3-2AA8-3B57-609B-2EE4D0A7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6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1404-421A-17BB-DFF3-54C0411C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5BDC-B6D1-7855-CBE8-677ADFE5A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9EAEC-185F-4767-1014-073324062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B1252-8D9A-9071-70EB-DFC16299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5B030-D017-DAC5-FB62-BA5B6912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E6215-FD0D-32A8-E7FE-2BF524C9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7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3CDE-723F-7F7F-467D-F4EFB9C2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56BEB-ACB6-4519-F413-150FBEFFB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E3D6F-3584-45CD-9D9F-E355D882F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110B4-6CB8-E15A-1180-BB9B3F56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71533-7B7D-449C-03B5-CEDF70C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EAD00-F9B0-6A2D-4BBC-24A06AEA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3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7CD8-A0F9-FF44-7936-4AA99A37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BEFB7-B51A-26D4-8A97-C3E1F3E7F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3DF23-BF44-26FC-67EA-3B130DA1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7811-8212-2C54-1E61-AB46676D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CF28-4622-9FC0-5CE9-792ED8E3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7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57FFE-B4EA-44E0-7AB2-4C0CF9796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68A50-FD73-975D-D0DC-0EB97C03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964D1-6C3D-8135-677C-DC1BB1DF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B9A5-C6C2-DE59-A046-C2EA2FA1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FD72F-DC81-6455-14A6-09CAF286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9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36D58-1779-F544-65A3-9B78E632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9C4CB-3C36-BC0C-06AB-5C95E69E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DD77E-DEE1-9690-1848-35DB4511D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BD81E-20F5-4915-8430-5B5878C7E13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96CB-5F8B-0D38-F18B-4399578C2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CD2E7-B5AC-E0E9-FC78-02367564A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86760-4420-42F8-9359-B080F26FA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5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BCEF-EB0D-4DE2-D1F4-1D9C416E3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Ecommerce Sales Analysis Using </a:t>
            </a:r>
            <a:r>
              <a:rPr lang="en-US" dirty="0" err="1"/>
              <a:t>BigQuery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AB484-C8C0-CBE9-68D3-40CBDF777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Nikhil Nalawade</a:t>
            </a:r>
          </a:p>
          <a:p>
            <a:endParaRPr lang="en-US" dirty="0"/>
          </a:p>
          <a:p>
            <a:r>
              <a:rPr lang="en-US" dirty="0"/>
              <a:t>Tools:</a:t>
            </a:r>
          </a:p>
          <a:p>
            <a:r>
              <a:rPr lang="en-US" dirty="0"/>
              <a:t>• </a:t>
            </a:r>
            <a:r>
              <a:rPr lang="en-US" dirty="0" err="1"/>
              <a:t>BigQuery</a:t>
            </a:r>
            <a:endParaRPr lang="en-US" dirty="0"/>
          </a:p>
          <a:p>
            <a:r>
              <a:rPr lang="en-US" dirty="0"/>
              <a:t>• SQL</a:t>
            </a:r>
          </a:p>
          <a:p>
            <a:r>
              <a:rPr lang="en-US" dirty="0"/>
              <a:t>• GitHub</a:t>
            </a:r>
          </a:p>
        </p:txBody>
      </p:sp>
    </p:spTree>
    <p:extLst>
      <p:ext uri="{BB962C8B-B14F-4D97-AF65-F5344CB8AC3E}">
        <p14:creationId xmlns:p14="http://schemas.microsoft.com/office/powerpoint/2010/main" val="147413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3CD2-CF58-B763-D063-28844CA0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8365-0AA1-3A70-676F-0E20E20D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Objective:</a:t>
            </a:r>
          </a:p>
          <a:p>
            <a:r>
              <a:rPr lang="en-US" dirty="0"/>
              <a:t>Analyze Google Merchandise Store data using </a:t>
            </a:r>
            <a:r>
              <a:rPr lang="en-US" dirty="0" err="1"/>
              <a:t>BigQuery</a:t>
            </a:r>
            <a:r>
              <a:rPr lang="en-US" dirty="0"/>
              <a:t> SQL.</a:t>
            </a:r>
          </a:p>
          <a:p>
            <a:endParaRPr lang="en-US" dirty="0"/>
          </a:p>
          <a:p>
            <a:r>
              <a:rPr lang="en-US" dirty="0"/>
              <a:t>Dataset:</a:t>
            </a:r>
          </a:p>
          <a:p>
            <a:r>
              <a:rPr lang="en-US" dirty="0"/>
              <a:t>Project: data-to-insights</a:t>
            </a:r>
          </a:p>
          <a:p>
            <a:r>
              <a:rPr lang="en-US" dirty="0"/>
              <a:t>Dataset: ecommerce</a:t>
            </a:r>
          </a:p>
          <a:p>
            <a:r>
              <a:rPr lang="en-US" dirty="0"/>
              <a:t>Table: </a:t>
            </a:r>
            <a:r>
              <a:rPr lang="en-US" dirty="0" err="1"/>
              <a:t>all_sessions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Tools:</a:t>
            </a:r>
          </a:p>
          <a:p>
            <a:r>
              <a:rPr lang="en-US" dirty="0" err="1"/>
              <a:t>BigQuery</a:t>
            </a:r>
            <a:r>
              <a:rPr lang="en-US" dirty="0"/>
              <a:t>, SQL, GitHub</a:t>
            </a:r>
          </a:p>
        </p:txBody>
      </p:sp>
    </p:spTree>
    <p:extLst>
      <p:ext uri="{BB962C8B-B14F-4D97-AF65-F5344CB8AC3E}">
        <p14:creationId xmlns:p14="http://schemas.microsoft.com/office/powerpoint/2010/main" val="39835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14D9-A8DC-D9E7-DD8B-4F0225AB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F2A1-70AA-D878-924D-9B40692E5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Question:</a:t>
            </a:r>
          </a:p>
          <a:p>
            <a:r>
              <a:rPr lang="en-US" dirty="0"/>
              <a:t>Which cities generate the highest revenue?</a:t>
            </a:r>
          </a:p>
          <a:p>
            <a:endParaRPr lang="en-US" dirty="0"/>
          </a:p>
          <a:p>
            <a:r>
              <a:rPr lang="en-US" dirty="0"/>
              <a:t>Findings:</a:t>
            </a:r>
          </a:p>
          <a:p>
            <a:r>
              <a:rPr lang="en-US" dirty="0"/>
              <a:t>• Revenue is concentrated in a few cities.</a:t>
            </a:r>
          </a:p>
          <a:p>
            <a:r>
              <a:rPr lang="en-US" dirty="0"/>
              <a:t>• Top cities contribute significantly to sales.</a:t>
            </a:r>
          </a:p>
        </p:txBody>
      </p:sp>
    </p:spTree>
    <p:extLst>
      <p:ext uri="{BB962C8B-B14F-4D97-AF65-F5344CB8AC3E}">
        <p14:creationId xmlns:p14="http://schemas.microsoft.com/office/powerpoint/2010/main" val="189436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F7BC-C377-7E51-5DC5-51723877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→ Pictures → This Device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D8841B-7700-0188-25D5-B5CF71569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77109"/>
            <a:ext cx="9697069" cy="520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8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2377-D280-DD00-2DBC-06A0CE7B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6DB8E-57A8-8C1F-9188-75B99F5CD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8" y="1477108"/>
            <a:ext cx="8698523" cy="501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7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A09E-56D3-1E38-8F14-3BDEF3EA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&amp; Channel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73764C-9130-11E2-215B-20390F521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206688"/>
            <a:ext cx="10734995" cy="428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0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7939-0976-F8EB-CF4D-642B1C59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Revenue &amp; Customer Behavior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B1D127-6CC6-DB94-894D-32BF58AA1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4" y="1825625"/>
            <a:ext cx="9562496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4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E803-576B-4A08-2E8C-E0D8D6D1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649C-5B33-7444-749E-3FC2FEB0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Revenue is driven by a few key cities and products. </a:t>
            </a:r>
          </a:p>
          <a:p>
            <a:r>
              <a:rPr lang="en-US" dirty="0"/>
              <a:t>Conversion rates show opportunities for growth. </a:t>
            </a:r>
          </a:p>
          <a:p>
            <a:r>
              <a:rPr lang="en-US" dirty="0"/>
              <a:t>Customer and traffic analysis provide valuable business insights. </a:t>
            </a:r>
          </a:p>
          <a:p>
            <a:r>
              <a:rPr lang="en-US" b="1" dirty="0"/>
              <a:t>Recommendations</a:t>
            </a:r>
          </a:p>
          <a:p>
            <a:r>
              <a:rPr lang="en-US" dirty="0"/>
              <a:t>Focus marketing on high-performing channels. </a:t>
            </a:r>
          </a:p>
          <a:p>
            <a:r>
              <a:rPr lang="en-US" dirty="0"/>
              <a:t>Promote top-selling products. </a:t>
            </a:r>
          </a:p>
          <a:p>
            <a:r>
              <a:rPr lang="en-US"/>
              <a:t>Improve checkout experience to increase conversions.</a:t>
            </a:r>
          </a:p>
        </p:txBody>
      </p:sp>
    </p:spTree>
    <p:extLst>
      <p:ext uri="{BB962C8B-B14F-4D97-AF65-F5344CB8AC3E}">
        <p14:creationId xmlns:p14="http://schemas.microsoft.com/office/powerpoint/2010/main" val="296687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145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Ecommerce Sales Analysis Using BigQuery</vt:lpstr>
      <vt:lpstr>Project Overview</vt:lpstr>
      <vt:lpstr>Revenue Analysis</vt:lpstr>
      <vt:lpstr>Insert → Pictures → This Device</vt:lpstr>
      <vt:lpstr>Product Performance</vt:lpstr>
      <vt:lpstr>Conversion &amp; Channel Analysis</vt:lpstr>
      <vt:lpstr>Monthly Revenue &amp; Customer Behavior</vt:lpstr>
      <vt:lpstr>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Nalawade</dc:creator>
  <cp:lastModifiedBy>Nikhil Nalawade</cp:lastModifiedBy>
  <cp:revision>1</cp:revision>
  <dcterms:created xsi:type="dcterms:W3CDTF">2026-06-05T08:49:38Z</dcterms:created>
  <dcterms:modified xsi:type="dcterms:W3CDTF">2026-06-05T08:59:24Z</dcterms:modified>
</cp:coreProperties>
</file>